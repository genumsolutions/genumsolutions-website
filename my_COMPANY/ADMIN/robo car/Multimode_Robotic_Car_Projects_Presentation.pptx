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Multimode Robotic Car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&amp; Student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WiFi Controlled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Remote / Autonomous / Web UI</a:t>
            </a:r>
            <a:endParaRPr sz="1800"/>
          </a:p>
          <a:p>
            <a:r>
              <a:rPr sz="1800"/>
              <a:t>• Mode Explanations: Remote: app control; Autonomous: sensor-based driving; Web UI: browser control</a:t>
            </a:r>
            <a:endParaRPr sz="1800"/>
          </a:p>
          <a:p>
            <a:r>
              <a:rPr sz="1800"/>
              <a:t>• Key Features: ESP32 WiFi, Cloudflare relay, browser UI</a:t>
            </a:r>
            <a:endParaRPr sz="1800"/>
          </a:p>
          <a:p>
            <a:r>
              <a:rPr sz="1800"/>
              <a:t>• Components/Materials: ESP32, motor driver, WiFi module, IR sensors, OLED</a:t>
            </a:r>
            <a:endParaRPr sz="1800"/>
          </a:p>
          <a:p>
            <a:r>
              <a:rPr sz="1800"/>
              <a:t>• Sensors (Number &amp; Type): 2 IR, 1 ultrasonic</a:t>
            </a:r>
            <a:endParaRPr sz="1800"/>
          </a:p>
          <a:p>
            <a:r>
              <a:rPr sz="1800"/>
              <a:t>• Best Use Case: IoT demonstrations</a:t>
            </a:r>
            <a:endParaRPr sz="1800"/>
          </a:p>
          <a:p>
            <a:r>
              <a:rPr sz="1800"/>
              <a:t>• DIY Materials List: 2WD chassis, 2 DC motors, ESP32, L298N motor driver, IR sensors (x2), Ultrasonic sensor, OLED display, WiFi module (built-in ESP32), Jumper wires, Battery pack (7.4V Li-ion), Breadboard, Screws &amp; nuts, Wheels (x2), Caster wheel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Bluetooth Rover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Bluetooth / Autonomous</a:t>
            </a:r>
            <a:endParaRPr sz="1800"/>
          </a:p>
          <a:p>
            <a:r>
              <a:rPr sz="1800"/>
              <a:t>• Mode Explanations: Manual: joystick; Bluetooth: mobile app; Autonomous: sensor navigation</a:t>
            </a:r>
            <a:endParaRPr sz="1800"/>
          </a:p>
          <a:p>
            <a:r>
              <a:rPr sz="1800"/>
              <a:t>• Key Features: HC-05 module, mobile app integration</a:t>
            </a:r>
            <a:endParaRPr sz="1800"/>
          </a:p>
          <a:p>
            <a:r>
              <a:rPr sz="1800"/>
              <a:t>• Components/Materials: Arduino UNO, HC-05, motor driver, IR sensors</a:t>
            </a:r>
            <a:endParaRPr sz="1800"/>
          </a:p>
          <a:p>
            <a:r>
              <a:rPr sz="1800"/>
              <a:t>• Sensors (Number &amp; Type): 2 IR</a:t>
            </a:r>
            <a:endParaRPr sz="1800"/>
          </a:p>
          <a:p>
            <a:r>
              <a:rPr sz="1800"/>
              <a:t>• Best Use Case: Classroom workshops</a:t>
            </a:r>
            <a:endParaRPr sz="1800"/>
          </a:p>
          <a:p>
            <a:r>
              <a:rPr sz="1800"/>
              <a:t>• DIY Materials List: 2WD chassis, 2 DC motors, Arduino UNO, HC-05 Bluetooth module, L298N motor driver, IR sensors (x2), Jumper wires, Battery pack (9V or 7.4V Li-ion), Breadboard, Wheels (x2), Caster wheel, Screws &amp; nuts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Gesture-Controlled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Gesture / Manual / Autonomous</a:t>
            </a:r>
            <a:endParaRPr sz="1800"/>
          </a:p>
          <a:p>
            <a:r>
              <a:rPr sz="1800"/>
              <a:t>• Mode Explanations: Gesture: accelerometer input; Manual: joystick; Autonomous: IR sensors</a:t>
            </a:r>
            <a:endParaRPr sz="1800"/>
          </a:p>
          <a:p>
            <a:r>
              <a:rPr sz="1800"/>
              <a:t>• Key Features: Accelerometer-based gesture input</a:t>
            </a:r>
            <a:endParaRPr sz="1800"/>
          </a:p>
          <a:p>
            <a:r>
              <a:rPr sz="1800"/>
              <a:t>• Components/Materials: Arduino, accelerometer sensor, motor driver, IR sensors</a:t>
            </a:r>
            <a:endParaRPr sz="1800"/>
          </a:p>
          <a:p>
            <a:r>
              <a:rPr sz="1800"/>
              <a:t>• Sensors (Number &amp; Type): 1 accelerometer, 2 IR</a:t>
            </a:r>
            <a:endParaRPr sz="1800"/>
          </a:p>
          <a:p>
            <a:r>
              <a:rPr sz="1800"/>
              <a:t>• Best Use Case: Robotics competitions</a:t>
            </a:r>
            <a:endParaRPr sz="1800"/>
          </a:p>
          <a:p>
            <a:r>
              <a:rPr sz="1800"/>
              <a:t>• DIY Materials List: 2WD chassis, 2 DC motors, Arduino UNO, Accelerometer (e.g., ADXL335), L298N motor driver, IR sensors (x2),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Follower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Line-follow / Manual / Obstacle</a:t>
            </a:r>
            <a:endParaRPr sz="1800"/>
          </a:p>
          <a:p>
            <a:r>
              <a:rPr sz="1800"/>
              <a:t>• Mode Explanations: Line-follow: IR sensors detect path; Manual: joystick; Obstacle avoidance: ultrasonic</a:t>
            </a:r>
            <a:endParaRPr sz="1800"/>
          </a:p>
          <a:p>
            <a:r>
              <a:rPr sz="1800"/>
              <a:t>• Key Features: IR sensors, PID tuning</a:t>
            </a:r>
            <a:endParaRPr sz="1800"/>
          </a:p>
          <a:p>
            <a:r>
              <a:rPr sz="1800"/>
              <a:t>• Components/Materials: Arduino UNO, IR sensors, ultrasonic sensor, motor driver</a:t>
            </a:r>
            <a:endParaRPr sz="1800"/>
          </a:p>
          <a:p>
            <a:r>
              <a:rPr sz="1800"/>
              <a:t>• Sensors (Number &amp; Type): 3 IR, 1 ultrasonic</a:t>
            </a:r>
            <a:endParaRPr sz="1800"/>
          </a:p>
          <a:p>
            <a:r>
              <a:rPr sz="1800"/>
              <a:t>• Best Use Case: STEM education</a:t>
            </a:r>
            <a:endParaRPr sz="1800"/>
          </a:p>
          <a:p>
            <a:r>
              <a:rPr sz="1800"/>
              <a:t>• DIY Materials List: 2WD chassis, 2 DC motors, Arduino UNO, IR sensors (x3), Ultrasonic sensor, L298N motor driver,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Obstacle Avoidance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Manual / Remote</a:t>
            </a:r>
            <a:endParaRPr sz="1800"/>
          </a:p>
          <a:p>
            <a:r>
              <a:rPr sz="1800"/>
              <a:t>• Mode Explanations: Autonomous: ultrasonic sensors; Manual: joystick; Remote: app control</a:t>
            </a:r>
            <a:endParaRPr sz="1800"/>
          </a:p>
          <a:p>
            <a:r>
              <a:rPr sz="1800"/>
              <a:t>• Key Features: Ultrasonic + IR sensors, collision prevention</a:t>
            </a:r>
            <a:endParaRPr sz="1800"/>
          </a:p>
          <a:p>
            <a:r>
              <a:rPr sz="1800"/>
              <a:t>• Components/Materials: Arduino UNO, ultrasonic sensor, IR sensors, motor driver</a:t>
            </a:r>
            <a:endParaRPr sz="1800"/>
          </a:p>
          <a:p>
            <a:r>
              <a:rPr sz="1800"/>
              <a:t>• Sensors (Number &amp; Type): 2 IR, 2 ultrasonic</a:t>
            </a:r>
            <a:endParaRPr sz="1800"/>
          </a:p>
          <a:p>
            <a:r>
              <a:rPr sz="1800"/>
              <a:t>• Best Use Case: Beginner robotics projects</a:t>
            </a:r>
            <a:endParaRPr sz="1800"/>
          </a:p>
          <a:p>
            <a:r>
              <a:rPr sz="1800"/>
              <a:t>• DIY Materials List: 2WD chassis, 2 DC motors, Arduino UNO, Ultrasonic sensors (x2), IR sensors (x2), L298N motor driver,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Voice-Controlled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Voice / Manual / Remote</a:t>
            </a:r>
            <a:endParaRPr sz="1800"/>
          </a:p>
          <a:p>
            <a:r>
              <a:rPr sz="1800"/>
              <a:t>• Mode Explanations: Voice: speech recognition app; Manual: joystick; Remote: mobile app</a:t>
            </a:r>
            <a:endParaRPr sz="1800"/>
          </a:p>
          <a:p>
            <a:r>
              <a:rPr sz="1800"/>
              <a:t>• Key Features: Speech recognition via app</a:t>
            </a:r>
            <a:endParaRPr sz="1800"/>
          </a:p>
          <a:p>
            <a:r>
              <a:rPr sz="1800"/>
              <a:t>• Components/Materials: Arduino UNO, microphone module, Bluetooth/WiFi, motor driver</a:t>
            </a:r>
            <a:endParaRPr sz="1800"/>
          </a:p>
          <a:p>
            <a:r>
              <a:rPr sz="1800"/>
              <a:t>• Sensors (Number &amp; Type): 1 microphone, 2 IR</a:t>
            </a:r>
            <a:endParaRPr sz="1800"/>
          </a:p>
          <a:p>
            <a:r>
              <a:rPr sz="1800"/>
              <a:t>• Best Use Case: Interactive demos</a:t>
            </a:r>
            <a:endParaRPr sz="1800"/>
          </a:p>
          <a:p>
            <a:r>
              <a:rPr sz="1800"/>
              <a:t>• DIY Materials List: 2WD chassis, 2 DC motors, Arduino UNO, Microphone module, Bluetooth module (HC-05/HC-06), IR sensors (x2), L298N motor driver,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GPS Navigation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GPS / Remote / Autonomous</a:t>
            </a:r>
            <a:endParaRPr sz="1800"/>
          </a:p>
          <a:p>
            <a:r>
              <a:rPr sz="1800"/>
              <a:t>• Mode Explanations: GPS: outdoor navigation; Remote: app control; Autonomous: sensor-based</a:t>
            </a:r>
            <a:endParaRPr sz="1800"/>
          </a:p>
          <a:p>
            <a:r>
              <a:rPr sz="1800"/>
              <a:t>• Key Features: GPS module, outdoor navigation</a:t>
            </a:r>
            <a:endParaRPr sz="1800"/>
          </a:p>
          <a:p>
            <a:r>
              <a:rPr sz="1800"/>
              <a:t>• Components/Materials: Arduino/ESP32, GPS module, motor driver, IR sensors</a:t>
            </a:r>
            <a:endParaRPr sz="1800"/>
          </a:p>
          <a:p>
            <a:r>
              <a:rPr sz="1800"/>
              <a:t>• Sensors (Number &amp; Type): 1 GPS, 2 IR</a:t>
            </a:r>
            <a:endParaRPr sz="1800"/>
          </a:p>
          <a:p>
            <a:r>
              <a:rPr sz="1800"/>
              <a:t>• Best Use Case: Smart city projects</a:t>
            </a:r>
            <a:endParaRPr sz="1800"/>
          </a:p>
          <a:p>
            <a:r>
              <a:rPr sz="1800"/>
              <a:t>• DIY Materials List: 2WD chassis, 2 DC motors, Arduino UNO or ESP32, GPS module (e.g., NEO-6M), IR sensors (x2), L298N motor driver,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Solar-Powered Rover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Solar / Battery / Remote</a:t>
            </a:r>
            <a:endParaRPr sz="1800"/>
          </a:p>
          <a:p>
            <a:r>
              <a:rPr sz="1800"/>
              <a:t>• Mode Explanations: Solar: solar panel; Battery: rechargeable pack; Remote: app control</a:t>
            </a:r>
            <a:endParaRPr sz="1800"/>
          </a:p>
          <a:p>
            <a:r>
              <a:rPr sz="1800"/>
              <a:t>• Key Features: Dual power system, eco-friendly design</a:t>
            </a:r>
            <a:endParaRPr sz="1800"/>
          </a:p>
          <a:p>
            <a:r>
              <a:rPr sz="1800"/>
              <a:t>• Components/Materials: Arduino UNO, solar panel, battery pack, motor driver</a:t>
            </a:r>
            <a:endParaRPr sz="1800"/>
          </a:p>
          <a:p>
            <a:r>
              <a:rPr sz="1800"/>
              <a:t>• Sensors (Number &amp; Type): 2 IR</a:t>
            </a:r>
            <a:endParaRPr sz="1800"/>
          </a:p>
          <a:p>
            <a:r>
              <a:rPr sz="1800"/>
              <a:t>• Best Use Case: Sustainability education</a:t>
            </a:r>
            <a:endParaRPr sz="1800"/>
          </a:p>
          <a:p>
            <a:r>
              <a:rPr sz="1800"/>
              <a:t>• DIY Materials List: 2WD chassis, 2 DC motors, Arduino UNO, Solar panel, Rechargeable battery pack, IR sensors (x2), L298N motor driver, Jumper wires,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Camera Vision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Camera / Autonomous / Remote</a:t>
            </a:r>
            <a:endParaRPr sz="1800"/>
          </a:p>
          <a:p>
            <a:r>
              <a:rPr sz="1800"/>
              <a:t>• Mode Explanations: Camera: computer vision; Autonomous: ML integration; Remote: app control</a:t>
            </a:r>
            <a:endParaRPr sz="1800"/>
          </a:p>
          <a:p>
            <a:r>
              <a:rPr sz="1800"/>
              <a:t>• Key Features: Computer vision, ML integration</a:t>
            </a:r>
            <a:endParaRPr sz="1800"/>
          </a:p>
          <a:p>
            <a:r>
              <a:rPr sz="1800"/>
              <a:t>• Components/Materials: ESP32-CAM, motor driver, IR sensors, WiFi module</a:t>
            </a:r>
            <a:endParaRPr sz="1800"/>
          </a:p>
          <a:p>
            <a:r>
              <a:rPr sz="1800"/>
              <a:t>• Sensors (Number &amp; Type): 1 camera, 2 IR</a:t>
            </a:r>
            <a:endParaRPr sz="1800"/>
          </a:p>
          <a:p>
            <a:r>
              <a:rPr sz="1800"/>
              <a:t>• Best Use Case: AI workshops</a:t>
            </a:r>
            <a:endParaRPr sz="1800"/>
          </a:p>
          <a:p>
            <a:r>
              <a:rPr sz="1800"/>
              <a:t>• DIY Materials List: 2WD chassis, 2 DC motors, ESP32-CAM, IR sensors (x2), L298N motor driver, WiFi module (built-in),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Omni-Wheel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Autonomous / Omni-directional</a:t>
            </a:r>
            <a:endParaRPr sz="1800"/>
          </a:p>
          <a:p>
            <a:r>
              <a:rPr sz="1800"/>
              <a:t>• Mode Explanations: Manual: joystick; Autonomous: sensor-based; Omni-directional: 360° wheel movement</a:t>
            </a:r>
            <a:endParaRPr sz="1800"/>
          </a:p>
          <a:p>
            <a:r>
              <a:rPr sz="1800"/>
              <a:t>• Key Features: 360° movement, advanced motor driver</a:t>
            </a:r>
            <a:endParaRPr sz="1800"/>
          </a:p>
          <a:p>
            <a:r>
              <a:rPr sz="1800"/>
              <a:t>• Components/Materials: Arduino/ESP32, omni-wheels, motor driver, IR sensors</a:t>
            </a:r>
            <a:endParaRPr sz="1800"/>
          </a:p>
          <a:p>
            <a:r>
              <a:rPr sz="1800"/>
              <a:t>• Sensors (Number &amp; Type): 4 IR</a:t>
            </a:r>
            <a:endParaRPr sz="1800"/>
          </a:p>
          <a:p>
            <a:r>
              <a:rPr sz="1800"/>
              <a:t>• Best Use Case: Advanced robotics labs</a:t>
            </a:r>
            <a:endParaRPr sz="1800"/>
          </a:p>
          <a:p>
            <a:r>
              <a:rPr sz="1800"/>
              <a:t>• DIY Materials List: Omni-directional chassis, 4 DC motors, Arduino UNO or ESP32, IR sensors (x4), Advanced motor driver (e.g., TB6612FNG), Jumper wires, Battery pack, Breadboard, Omni wheels (x4), Screws &amp; nuts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Multimode robotic car projects offer a hands-on way to learn electronics, programming, and automation.</a:t>
            </a:r>
            <a:endParaRPr sz="1800"/>
          </a:p>
          <a:p>
            <a:r>
              <a:rPr sz="1800"/>
              <a:t>They are ideal for:</a:t>
            </a:r>
            <a:endParaRPr sz="1800"/>
          </a:p>
          <a:p>
            <a:r>
              <a:rPr sz="1800"/>
              <a:t>• STEM education and workshops</a:t>
            </a:r>
            <a:endParaRPr sz="1800"/>
          </a:p>
          <a:p>
            <a:r>
              <a:rPr sz="1800"/>
              <a:t>• DIY enthusiasts and hobbyists</a:t>
            </a:r>
            <a:endParaRPr sz="1800"/>
          </a:p>
          <a:p>
            <a:r>
              <a:rPr sz="1800"/>
              <a:t>• Demonstrating real-world applications of IoT, AI, and robotics</a:t>
            </a:r>
            <a:endParaRPr sz="1800"/>
          </a:p>
          <a:p>
            <a:r>
              <a:rPr sz="1800"/>
              <a:t>These projects foster creativity, problem-solving, and technical skills essential for the future.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6066</Words>
  <Application>WPS Presentation</Application>
  <PresentationFormat>On-screen Show (4:3)</PresentationFormat>
  <Paragraphs>113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Multimode Robotic Car Projects</vt:lpstr>
      <vt:lpstr>WiFi Controlled Car</vt:lpstr>
      <vt:lpstr>Bluetooth Rover</vt:lpstr>
      <vt:lpstr>Gesture-Controlled Car</vt:lpstr>
      <vt:lpstr>Line Follower Car</vt:lpstr>
      <vt:lpstr>Obstacle Avoidance Car</vt:lpstr>
      <vt:lpstr>Voice-Controlled Car</vt:lpstr>
      <vt:lpstr>GPS Navigation Car</vt:lpstr>
      <vt:lpstr>Solar-Powered Rover</vt:lpstr>
      <vt:lpstr>Camera Vision Car</vt:lpstr>
      <vt:lpstr>Omni-Wheel Car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nijan dangal</cp:lastModifiedBy>
  <cp:revision>6</cp:revision>
  <dcterms:created xsi:type="dcterms:W3CDTF">2013-01-27T09:14:00Z</dcterms:created>
  <dcterms:modified xsi:type="dcterms:W3CDTF">2026-03-23T16:23:03Z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E07C1666F8304D658BF31BC31A18014A_13</vt:lpwstr>
  </property>
  <property fmtid="{D5CDD505-2E9C-101B-9397-08002B2CF9AE}" pid="3" name="KSOProductBuildVer">
    <vt:lpwstr>2057-12.2.0.23197</vt:lpwstr>
  </property>
</Properties>
</file>