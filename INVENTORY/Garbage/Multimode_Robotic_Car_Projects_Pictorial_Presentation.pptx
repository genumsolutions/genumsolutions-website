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Multimode Robotic Car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&amp; Student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Multimode robotic car projects offer a hands-on way to learn electronics, programming, and automation.</a:t>
            </a:r>
          </a:p>
          <a:p/>
          <a:p>
            <a:r>
              <a:t>They are ideal for:</a:t>
            </a:r>
          </a:p>
          <a:p>
            <a:r>
              <a:t>• STEM education and workshops</a:t>
            </a:r>
          </a:p>
          <a:p>
            <a:r>
              <a:t>• DIY enthusiasts and hobbyists</a:t>
            </a:r>
          </a:p>
          <a:p>
            <a:r>
              <a:t>• Demonstrating real-world applications of IoT, AI, and robotics</a:t>
            </a:r>
          </a:p>
          <a:p/>
          <a:p>
            <a:r>
              <a:t>These projects foster creativity, problem-solving, and technical skills essential for the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