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Multistream Tech Projects Catalog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Renewable Energy, Smart Home, AI &amp; Vision, Drones, STEM Kits, Smart 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 Tracking System (Renewable Energy)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/>
              <a:t>• Modes Supported: Autonomous / IoT</a:t>
            </a:r>
            <a:endParaRPr sz="2000"/>
          </a:p>
          <a:p>
            <a:r>
              <a:rPr sz="2000"/>
              <a:t>• Mode Explanations: Autonomous: dual-axis tracking; IoT</a:t>
            </a:r>
            <a:r>
              <a:rPr sz="2000"/>
              <a:t>: dashboard monitoring</a:t>
            </a:r>
            <a:endParaRPr sz="2000"/>
          </a:p>
          <a:p>
            <a:r>
              <a:rPr sz="2000"/>
              <a:t>• Key Features: LDR sensors, servo motors, ESP32</a:t>
            </a:r>
            <a:endParaRPr sz="2000"/>
          </a:p>
          <a:p>
            <a:r>
              <a:rPr sz="2000"/>
              <a:t>• Components/Materials: ESP32, LDR </a:t>
            </a:r>
            <a:r>
              <a:rPr sz="2000"/>
              <a:t>sensors (x4), servo motors (x2), solar panel</a:t>
            </a:r>
            <a:endParaRPr sz="2000"/>
          </a:p>
          <a:p>
            <a:r>
              <a:rPr sz="2000"/>
              <a:t>• Sensors (Number &amp; Type): 4 LDR</a:t>
            </a:r>
            <a:endParaRPr sz="2000"/>
          </a:p>
          <a:p>
            <a:r>
              <a:rPr sz="2000"/>
              <a:t>• Best Use Case: Maximize solar efficiency</a:t>
            </a:r>
            <a:endParaRPr sz="2000"/>
          </a:p>
          <a:p>
            <a:r>
              <a:rPr sz="2000"/>
              <a:t>• Estimated Cost (NPR/USD): 4000 / 30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Irrigation System (Renewable Energy)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IoT / Manual</a:t>
            </a:r>
            <a:endParaRPr sz="1800"/>
          </a:p>
          <a:p>
            <a:r>
              <a:rPr sz="1800"/>
              <a:t>• Mode Explanations: Autonomous: soil moisture control; IoT: app monitoring; Manual: override</a:t>
            </a:r>
            <a:endParaRPr sz="1800"/>
          </a:p>
          <a:p>
            <a:r>
              <a:rPr sz="1800"/>
              <a:t>• Key Features: Soil sensors, water pump, ESP32</a:t>
            </a:r>
            <a:endParaRPr sz="1800"/>
          </a:p>
          <a:p>
            <a:r>
              <a:rPr sz="1800"/>
              <a:t>• Components/Materials: ESP32, soil moisture sensors (x2), relay, water pump, tubing</a:t>
            </a:r>
            <a:endParaRPr sz="1800"/>
          </a:p>
          <a:p>
            <a:r>
              <a:rPr sz="1800"/>
              <a:t>• Sensors (Number &amp; Type): 2 soil moisture</a:t>
            </a:r>
            <a:endParaRPr sz="1800"/>
          </a:p>
          <a:p>
            <a:r>
              <a:rPr sz="1800"/>
              <a:t>• Best Use Case: Water conservation in agriculture</a:t>
            </a:r>
            <a:endParaRPr sz="1800"/>
          </a:p>
          <a:p>
            <a:r>
              <a:rPr sz="1800"/>
              <a:t>• Estimated Cost (NPR/USD): 4500 / 34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Wind Turbine Monitor (Renewable Energy)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IoT</a:t>
            </a:r>
            <a:endParaRPr sz="1800"/>
          </a:p>
          <a:p>
            <a:r>
              <a:rPr sz="1800"/>
              <a:t>• Mode Explanations: Autonomous: RPM sensing; IoT: energy output monitoring</a:t>
            </a:r>
            <a:endParaRPr sz="1800"/>
          </a:p>
          <a:p>
            <a:r>
              <a:rPr sz="1800"/>
              <a:t>• Key Features: Wind turbine, RPM sensor, ESP32</a:t>
            </a:r>
            <a:endParaRPr sz="1800"/>
          </a:p>
          <a:p>
            <a:r>
              <a:rPr sz="1800"/>
              <a:t>• Components/Materials: Mini turbine, ESP32, RPM sensor, OLED display</a:t>
            </a:r>
            <a:endParaRPr sz="1800"/>
          </a:p>
          <a:p>
            <a:r>
              <a:rPr sz="1800"/>
              <a:t>• Sensors (Number &amp; Type): 1 RPM</a:t>
            </a:r>
            <a:endParaRPr sz="1800"/>
          </a:p>
          <a:p>
            <a:r>
              <a:rPr sz="1800"/>
              <a:t>• Best Use Case: Renewable energy education</a:t>
            </a:r>
            <a:endParaRPr sz="1800"/>
          </a:p>
          <a:p>
            <a:r>
              <a:rPr sz="1800"/>
              <a:t>• Estimated Cost (NPR/USD): 5000 / 38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Lighting System (Smart Home)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Voice / Motion / App</a:t>
            </a:r>
            <a:endParaRPr sz="1800"/>
          </a:p>
          <a:p>
            <a:r>
              <a:rPr sz="1800"/>
              <a:t>• Mode Explanations: Voice: assistant control; Motion: auto on/off; App: remote control</a:t>
            </a:r>
            <a:endParaRPr sz="1800"/>
          </a:p>
          <a:p>
            <a:r>
              <a:rPr sz="1800"/>
              <a:t>• Key Features: Motion detection, voice control, app integration</a:t>
            </a:r>
            <a:endParaRPr sz="1800"/>
          </a:p>
          <a:p>
            <a:r>
              <a:rPr sz="1800"/>
              <a:t>• Components/Materials: ESP32, PIR sensor, relay, LED bulbs, WiFi module</a:t>
            </a:r>
            <a:endParaRPr sz="1800"/>
          </a:p>
          <a:p>
            <a:r>
              <a:rPr sz="1800"/>
              <a:t>• Sensors (Number &amp; Type): 1 PIR</a:t>
            </a:r>
            <a:endParaRPr sz="1800"/>
          </a:p>
          <a:p>
            <a:r>
              <a:rPr sz="1800"/>
              <a:t>• Best Use Case: Energy-efficient home lighting</a:t>
            </a:r>
            <a:endParaRPr sz="1800"/>
          </a:p>
          <a:p>
            <a:r>
              <a:rPr sz="1800"/>
              <a:t>• Estimated Cost (NPR/USD): 3000 / 23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Security System (Smart Home)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Alert / Remote</a:t>
            </a:r>
            <a:endParaRPr sz="1800"/>
          </a:p>
          <a:p>
            <a:r>
              <a:rPr sz="1800"/>
              <a:t>• Mode Explanations: Autonomous: motion detection; Alert: GSM/WiFi alerts; Remote: app view</a:t>
            </a:r>
            <a:endParaRPr sz="1800"/>
          </a:p>
          <a:p>
            <a:r>
              <a:rPr sz="1800"/>
              <a:t>• Key Features: ESP32-CAM, PIR sensor, GSM module</a:t>
            </a:r>
            <a:endParaRPr sz="1800"/>
          </a:p>
          <a:p>
            <a:r>
              <a:rPr sz="1800"/>
              <a:t>• Components/Materials: ESP32-CAM, PIR sensor, GSM module, buzzer</a:t>
            </a:r>
            <a:endParaRPr sz="1800"/>
          </a:p>
          <a:p>
            <a:r>
              <a:rPr sz="1800"/>
              <a:t>• Sensors (Number &amp; Type): 1 PIR, 1 camera</a:t>
            </a:r>
            <a:endParaRPr sz="1800"/>
          </a:p>
          <a:p>
            <a:r>
              <a:rPr sz="1800"/>
              <a:t>• Best Use Case: Home intrusion detection</a:t>
            </a:r>
            <a:endParaRPr sz="1800"/>
          </a:p>
          <a:p>
            <a:r>
              <a:rPr sz="1800"/>
              <a:t>• Estimated Cost (NPR/USD): 5500 / 42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Door Lock (Smart Home)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Fingerprint / RFID / App</a:t>
            </a:r>
            <a:endParaRPr sz="1800"/>
          </a:p>
          <a:p>
            <a:r>
              <a:rPr sz="1800"/>
              <a:t>• Mode Explanations: Fingerprint: biometric access; RFID: tag access; App: remote unlock</a:t>
            </a:r>
            <a:endParaRPr sz="1800"/>
          </a:p>
          <a:p>
            <a:r>
              <a:rPr sz="1800"/>
              <a:t>• Key Features: Fingerprint sensor, servo lock, app control</a:t>
            </a:r>
            <a:endParaRPr sz="1800"/>
          </a:p>
          <a:p>
            <a:r>
              <a:rPr sz="1800"/>
              <a:t>• Components/Materials: ESP32, fingerprint sensor, RFID module, servo motor</a:t>
            </a:r>
            <a:endParaRPr sz="1800"/>
          </a:p>
          <a:p>
            <a:r>
              <a:rPr sz="1800"/>
              <a:t>• Sensors (Number &amp; Type): 1 fingerprint, 1 RFID</a:t>
            </a:r>
            <a:endParaRPr sz="1800"/>
          </a:p>
          <a:p>
            <a:r>
              <a:rPr sz="1800"/>
              <a:t>• Best Use Case: Secure smart entry</a:t>
            </a:r>
            <a:endParaRPr sz="1800"/>
          </a:p>
          <a:p>
            <a:r>
              <a:rPr sz="1800"/>
              <a:t>• Estimated Cost (NPR/USD): 6000 / 46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 Recognition Attendance (AI &amp; Vision)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Camera / Autonomous / IoT</a:t>
            </a:r>
            <a:endParaRPr sz="1800"/>
          </a:p>
          <a:p>
            <a:r>
              <a:rPr sz="1800"/>
              <a:t>• Mode Explanations: Camera: face capture; Autonomous: recognition; IoT: attendance log</a:t>
            </a:r>
            <a:endParaRPr sz="1800"/>
          </a:p>
          <a:p>
            <a:r>
              <a:rPr sz="1800"/>
              <a:t>• Key Features: ESP32-CAM, face recognition, cloud log</a:t>
            </a:r>
            <a:endParaRPr sz="1800"/>
          </a:p>
          <a:p>
            <a:r>
              <a:rPr sz="1800"/>
              <a:t>• Components/Materials: ESP32-CAM, WiFi module, OLED display</a:t>
            </a:r>
            <a:endParaRPr sz="1800"/>
          </a:p>
          <a:p>
            <a:r>
              <a:rPr sz="1800"/>
              <a:t>• Sensors (Number &amp; Type): 1 camera</a:t>
            </a:r>
            <a:endParaRPr sz="1800"/>
          </a:p>
          <a:p>
            <a:r>
              <a:rPr sz="1800"/>
              <a:t>• Best Use Case: Automated attendance system</a:t>
            </a:r>
            <a:endParaRPr sz="1800"/>
          </a:p>
          <a:p>
            <a:r>
              <a:rPr sz="1800"/>
              <a:t>• Estimated Cost (NPR/USD): 5000 / 38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Detection Robot Arm (AI &amp; Vision)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Camera / ML / Manual</a:t>
            </a:r>
            <a:endParaRPr sz="1800"/>
          </a:p>
          <a:p>
            <a:r>
              <a:rPr sz="1800"/>
              <a:t>• Mode Explanations: Camera: object input; ML: classification; Manual: override</a:t>
            </a:r>
            <a:endParaRPr sz="1800"/>
          </a:p>
          <a:p>
            <a:r>
              <a:rPr sz="1800"/>
              <a:t>• Key Features: ML model, robotic arm, camera</a:t>
            </a:r>
            <a:endParaRPr sz="1800"/>
          </a:p>
          <a:p>
            <a:r>
              <a:rPr sz="1800"/>
              <a:t>• Components/Materials: Camera module, robotic arm, ESP32, servos</a:t>
            </a:r>
            <a:endParaRPr sz="1800"/>
          </a:p>
          <a:p>
            <a:r>
              <a:rPr sz="1800"/>
              <a:t>• Sensors (Number &amp; Type): 1 camera</a:t>
            </a:r>
            <a:endParaRPr sz="1800"/>
          </a:p>
          <a:p>
            <a:r>
              <a:rPr sz="1800"/>
              <a:t>• Best Use Case: AI-based sorting</a:t>
            </a:r>
            <a:endParaRPr sz="1800"/>
          </a:p>
          <a:p>
            <a:r>
              <a:rPr sz="1800"/>
              <a:t>• Estimated Cost (NPR/USD): 7000 / 54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Sorting Machine (AI &amp; Vision)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Camera / ML / Autonomous</a:t>
            </a:r>
            <a:endParaRPr sz="1800"/>
          </a:p>
          <a:p>
            <a:r>
              <a:rPr sz="1800"/>
              <a:t>• Mode Explanations: Camera: item detection; ML: sorting logic; Autonomous: conveyor control</a:t>
            </a:r>
            <a:endParaRPr sz="1800"/>
          </a:p>
          <a:p>
            <a:r>
              <a:rPr sz="1800"/>
              <a:t>• Key Features: Color sensor, ML model, servo sorter</a:t>
            </a:r>
            <a:endParaRPr sz="1800"/>
          </a:p>
          <a:p>
            <a:r>
              <a:rPr sz="1800"/>
              <a:t>• Components/Materials: Color sensor, ESP32, servos, conveyor belt</a:t>
            </a:r>
            <a:endParaRPr sz="1800"/>
          </a:p>
          <a:p>
            <a:r>
              <a:rPr sz="1800"/>
              <a:t>• Sensors (Number &amp; Type): 1 color sensor</a:t>
            </a:r>
            <a:endParaRPr sz="1800"/>
          </a:p>
          <a:p>
            <a:r>
              <a:rPr sz="1800"/>
              <a:t>• Best Use Case: Smart recycling or packaging</a:t>
            </a:r>
            <a:endParaRPr sz="1800"/>
          </a:p>
          <a:p>
            <a:r>
              <a:rPr sz="1800"/>
              <a:t>• Estimated Cost (NPR/USD): 6500 / 50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Quadcopter DIY Kit (Drones)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Remote / Autonomous</a:t>
            </a:r>
            <a:endParaRPr sz="1800"/>
          </a:p>
          <a:p>
            <a:r>
              <a:rPr sz="1800"/>
              <a:t>• Mode Explanations: Manual: joystick; Remote: app; Autonomous: GPS path</a:t>
            </a:r>
            <a:endParaRPr sz="1800"/>
          </a:p>
          <a:p>
            <a:r>
              <a:rPr sz="1800"/>
              <a:t>• Key Features: Flight controller, GPS, brushless motors</a:t>
            </a:r>
            <a:endParaRPr sz="1800"/>
          </a:p>
          <a:p>
            <a:r>
              <a:rPr sz="1800"/>
              <a:t>• Components/Materials: Flight controller, GPS, ESCs, motors, frame, battery</a:t>
            </a:r>
            <a:endParaRPr sz="1800"/>
          </a:p>
          <a:p>
            <a:r>
              <a:rPr sz="1800"/>
              <a:t>• Sensors (Number &amp; Type): 1 GPS, 1 gyro</a:t>
            </a:r>
            <a:endParaRPr sz="1800"/>
          </a:p>
          <a:p>
            <a:r>
              <a:rPr sz="1800"/>
              <a:t>• Best Use Case: Drone education and prototyping</a:t>
            </a:r>
            <a:endParaRPr sz="1800"/>
          </a:p>
          <a:p>
            <a:r>
              <a:rPr sz="1800"/>
              <a:t>• Estimated Cost (NPR/USD): 12000 / 92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Drone Navigation (Drones)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GPS / Obstacle / App</a:t>
            </a:r>
            <a:endParaRPr sz="1800"/>
          </a:p>
          <a:p>
            <a:r>
              <a:rPr sz="1800"/>
              <a:t>• Mode Explanations: GPS: path following; Obstacle: ultrasonic; App: control</a:t>
            </a:r>
            <a:endParaRPr sz="1800"/>
          </a:p>
          <a:p>
            <a:r>
              <a:rPr sz="1800"/>
              <a:t>• Key Features: Autonomous flight, obstacle avoidance</a:t>
            </a:r>
            <a:endParaRPr sz="1800"/>
          </a:p>
          <a:p>
            <a:r>
              <a:rPr sz="1800"/>
              <a:t>• Components/Materials: GPS, ultrasonic sensors, flight controller, drone frame</a:t>
            </a:r>
            <a:endParaRPr sz="1800"/>
          </a:p>
          <a:p>
            <a:r>
              <a:rPr sz="1800"/>
              <a:t>• Sensors (Number &amp; Type): 1 GPS, 2 ultrasonic</a:t>
            </a:r>
            <a:endParaRPr sz="1800"/>
          </a:p>
          <a:p>
            <a:r>
              <a:rPr sz="1800"/>
              <a:t>• Best Use Case: Autonomous delivery or mapping</a:t>
            </a:r>
            <a:endParaRPr sz="1800"/>
          </a:p>
          <a:p>
            <a:r>
              <a:rPr sz="1800"/>
              <a:t>• Estimated Cost (NPR/USD): 14000 / 108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Agricultural Drone (Drones)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GPS / Spray</a:t>
            </a:r>
            <a:endParaRPr sz="1800"/>
          </a:p>
          <a:p>
            <a:r>
              <a:rPr sz="1800"/>
              <a:t>• Mode Explanations: Manual: joystick; GPS: path; Spray: automated</a:t>
            </a:r>
            <a:endParaRPr sz="1800"/>
          </a:p>
          <a:p>
            <a:r>
              <a:rPr sz="1800"/>
              <a:t>• Key Features: Spraying system, GPS, drone</a:t>
            </a:r>
            <a:endParaRPr sz="1800"/>
          </a:p>
          <a:p>
            <a:r>
              <a:rPr sz="1800"/>
              <a:t>• Components/Materials: Drone frame, GPS, sprayer, tank, controller</a:t>
            </a:r>
            <a:endParaRPr sz="1800"/>
          </a:p>
          <a:p>
            <a:r>
              <a:rPr sz="1800"/>
              <a:t>• Sensors (Number &amp; Type): 1 GPS</a:t>
            </a:r>
            <a:endParaRPr sz="1800"/>
          </a:p>
          <a:p>
            <a:r>
              <a:rPr sz="1800"/>
              <a:t>• Best Use Case: Smart farming</a:t>
            </a:r>
            <a:endParaRPr sz="1800"/>
          </a:p>
          <a:p>
            <a:r>
              <a:rPr sz="1800"/>
              <a:t>• Estimated Cost (NPR/USD): 16000 / 123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Electronics Learning Board (STEM Kits)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Modular</a:t>
            </a:r>
            <a:endParaRPr sz="1800"/>
          </a:p>
          <a:p>
            <a:r>
              <a:rPr sz="1800"/>
              <a:t>• Mode Explanations: Manual: circuit building; Modular: plug-and-play</a:t>
            </a:r>
            <a:endParaRPr sz="1800"/>
          </a:p>
          <a:p>
            <a:r>
              <a:rPr sz="1800"/>
              <a:t>• Key Features: Breadboard, LEDs, sensors, motors</a:t>
            </a:r>
            <a:endParaRPr sz="1800"/>
          </a:p>
          <a:p>
            <a:r>
              <a:rPr sz="1800"/>
              <a:t>• Components/Materials: Breadboard, LEDs, resistors, sensors, motors</a:t>
            </a:r>
            <a:endParaRPr sz="1800"/>
          </a:p>
          <a:p>
            <a:r>
              <a:rPr sz="1800"/>
              <a:t>• Sensors (Number &amp; Type): Varies</a:t>
            </a:r>
            <a:endParaRPr sz="1800"/>
          </a:p>
          <a:p>
            <a:r>
              <a:rPr sz="1800"/>
              <a:t>• Best Use Case: STEM education</a:t>
            </a:r>
            <a:endParaRPr sz="1800"/>
          </a:p>
          <a:p>
            <a:r>
              <a:rPr sz="1800"/>
              <a:t>• Estimated Cost (NPR/USD): 2500 / 19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Weather Station (STEM Kits)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IoT</a:t>
            </a:r>
            <a:endParaRPr sz="1800"/>
          </a:p>
          <a:p>
            <a:r>
              <a:rPr sz="1800"/>
              <a:t>• Mode Explanations: Autonomous: sensor logging; IoT: dashboard</a:t>
            </a:r>
            <a:endParaRPr sz="1800"/>
          </a:p>
          <a:p>
            <a:r>
              <a:rPr sz="1800"/>
              <a:t>• Key Features: Temperature, humidity, pressure sensors</a:t>
            </a:r>
            <a:endParaRPr sz="1800"/>
          </a:p>
          <a:p>
            <a:r>
              <a:rPr sz="1800"/>
              <a:t>• Components/Materials: ESP32, DHT11, BMP180, OLED</a:t>
            </a:r>
            <a:endParaRPr sz="1800"/>
          </a:p>
          <a:p>
            <a:r>
              <a:rPr sz="1800"/>
              <a:t>• Sensors (Number &amp; Type): 3 (temp, humidity, pressure)</a:t>
            </a:r>
            <a:endParaRPr sz="1800"/>
          </a:p>
          <a:p>
            <a:r>
              <a:rPr sz="1800"/>
              <a:t>• Best Use Case: Weather monitoring</a:t>
            </a:r>
            <a:endParaRPr sz="1800"/>
          </a:p>
          <a:p>
            <a:r>
              <a:rPr sz="1800"/>
              <a:t>• Estimated Cost (NPR/USD): 4000 / 31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DIY Oscilloscope (STEM Kits)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Visual</a:t>
            </a:r>
            <a:endParaRPr sz="1800"/>
          </a:p>
          <a:p>
            <a:r>
              <a:rPr sz="1800"/>
              <a:t>• Mode Explanations: Manual: probe signals; Visual: waveform display</a:t>
            </a:r>
            <a:endParaRPr sz="1800"/>
          </a:p>
          <a:p>
            <a:r>
              <a:rPr sz="1800"/>
              <a:t>• Key Features: Signal visualization, Arduino</a:t>
            </a:r>
            <a:endParaRPr sz="1800"/>
          </a:p>
          <a:p>
            <a:r>
              <a:rPr sz="1800"/>
              <a:t>• Components/Materials: Arduino, resistors, OLED, probes</a:t>
            </a:r>
            <a:endParaRPr sz="1800"/>
          </a:p>
          <a:p>
            <a:r>
              <a:rPr sz="1800"/>
              <a:t>• Sensors (Number &amp; Type): 1 analog input</a:t>
            </a:r>
            <a:endParaRPr sz="1800"/>
          </a:p>
          <a:p>
            <a:r>
              <a:rPr sz="1800"/>
              <a:t>• Best Use Case: Electronics education</a:t>
            </a:r>
            <a:endParaRPr sz="1800"/>
          </a:p>
          <a:p>
            <a:r>
              <a:rPr sz="1800"/>
              <a:t>• Estimated Cost (NPR/USD): 3500 / 27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Traffic Management (Smart City)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IoT</a:t>
            </a:r>
            <a:endParaRPr sz="1800"/>
          </a:p>
          <a:p>
            <a:r>
              <a:rPr sz="1800"/>
              <a:t>• Mode Explanations: Autonomous: sensor-based control; IoT: dashboard</a:t>
            </a:r>
            <a:endParaRPr sz="1800"/>
          </a:p>
          <a:p>
            <a:r>
              <a:rPr sz="1800"/>
              <a:t>• Key Features: IR sensors, traffic light control</a:t>
            </a:r>
            <a:endParaRPr sz="1800"/>
          </a:p>
          <a:p>
            <a:r>
              <a:rPr sz="1800"/>
              <a:t>• Components/Materials: ESP32, IR sensors, relays, LEDs</a:t>
            </a:r>
            <a:endParaRPr sz="1800"/>
          </a:p>
          <a:p>
            <a:r>
              <a:rPr sz="1800"/>
              <a:t>• Sensors (Number &amp; Type): 4 IR</a:t>
            </a:r>
            <a:endParaRPr sz="1800"/>
          </a:p>
          <a:p>
            <a:r>
              <a:rPr sz="1800"/>
              <a:t>• Best Use Case: Urban traffic optimization</a:t>
            </a:r>
            <a:endParaRPr sz="1800"/>
          </a:p>
          <a:p>
            <a:r>
              <a:rPr sz="1800"/>
              <a:t>• Estimated Cost (NPR/USD): 5000 / 38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Waste Bin (Smart City)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/>
              <a:t>• Modes Supported: Autonomous / IoT / Alert</a:t>
            </a:r>
            <a:endParaRPr sz="1800"/>
          </a:p>
          <a:p>
            <a:r>
              <a:rPr sz="1800"/>
              <a:t>• Mode Explanations</a:t>
            </a:r>
            <a:r>
              <a:rPr sz="1800"/>
              <a:t>: Autonomous: fill detection; IoT: dashboard; Alert: GSM/WiFi</a:t>
            </a:r>
            <a:endParaRPr sz="1800"/>
          </a:p>
          <a:p>
            <a:r>
              <a:rPr sz="1800"/>
              <a:t>• Key Features: Ultrasonic sensor, GSM alerts</a:t>
            </a:r>
            <a:endParaRPr sz="1800"/>
          </a:p>
          <a:p>
            <a:r>
              <a:rPr sz="1800"/>
              <a:t>• Components/Materials: ESP32, ultrasonic sensor, GSM module</a:t>
            </a:r>
            <a:endParaRPr sz="1800"/>
          </a:p>
          <a:p>
            <a:r>
              <a:rPr sz="1800"/>
              <a:t>• Sensors (Number &amp; Type): 1 ultrasonic</a:t>
            </a:r>
            <a:endParaRPr sz="1800"/>
          </a:p>
          <a:p>
            <a:r>
              <a:rPr sz="1800"/>
              <a:t>• Best Use Case: Efficient waste collection</a:t>
            </a:r>
            <a:endParaRPr sz="1800"/>
          </a:p>
          <a:p>
            <a:r>
              <a:rPr sz="1800"/>
              <a:t>• Estimated Cost (NPR/USD): 4500 / 34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Parking System (Smart City)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/>
              <a:t>• Modes Supported: IoT / Remote / Autonomous</a:t>
            </a:r>
            <a:endParaRPr sz="2000"/>
          </a:p>
          <a:p>
            <a:r>
              <a:rPr sz="2000"/>
              <a:t>• Mode Explanations: IoT: app info; Remote: user app; Autonomous: sensor detection</a:t>
            </a:r>
            <a:endParaRPr sz="2000"/>
          </a:p>
          <a:p>
            <a:r>
              <a:rPr sz="2000"/>
              <a:t>• Key Features: Parking availability detection</a:t>
            </a:r>
            <a:endParaRPr sz="2000"/>
          </a:p>
          <a:p>
            <a:r>
              <a:rPr sz="2000"/>
              <a:t>• Components/Materials: ESP32, IR sensors, ultrasonic sensors, app</a:t>
            </a:r>
            <a:endParaRPr sz="2000"/>
          </a:p>
          <a:p>
            <a:r>
              <a:rPr sz="2000"/>
              <a:t>• Sensors (Number &amp; Type): 2 IR, 2 ultrasonic</a:t>
            </a:r>
            <a:endParaRPr sz="2000"/>
          </a:p>
          <a:p>
            <a:r>
              <a:rPr sz="2000"/>
              <a:t>• Best Use Case: Urban parking management</a:t>
            </a:r>
            <a:endParaRPr sz="2000"/>
          </a:p>
          <a:p>
            <a:r>
              <a:rPr sz="2000"/>
              <a:t>• Estimated Cost (NPR/USD): 5500 / 42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These six streams of projects offer:</a:t>
            </a:r>
            <a:endParaRPr sz="1800"/>
          </a:p>
          <a:p>
            <a:r>
              <a:rPr sz="1800"/>
              <a:t>• Hands-on learning in IoT, AI, and robotics</a:t>
            </a:r>
            <a:endParaRPr sz="1800"/>
          </a:p>
          <a:p>
            <a:r>
              <a:rPr sz="1800"/>
              <a:t>• Real-world applications for education and innovation</a:t>
            </a:r>
            <a:endParaRPr sz="1800"/>
          </a:p>
          <a:p>
            <a:r>
              <a:rPr sz="1800"/>
              <a:t>• Scalable kits for classrooms, workshops, and clients</a:t>
            </a:r>
            <a:endParaRPr sz="1800"/>
          </a:p>
          <a:p>
            <a:r>
              <a:rPr sz="1800"/>
              <a:t>• Affordable, modular, and impactful solutions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7329</Words>
  <Application>WPS Presentation</Application>
  <PresentationFormat>On-screen Show (4:3)</PresentationFormat>
  <Paragraphs>192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Multistream Tech Projects Catalog</vt:lpstr>
      <vt:lpstr>Solar Tracking System (Renewable Energy)</vt:lpstr>
      <vt:lpstr>Smart Irrigation System (Renewable Energy)</vt:lpstr>
      <vt:lpstr>Mini Wind Turbine Monitor (Renewable Energy)</vt:lpstr>
      <vt:lpstr>Smart Lighting System (Smart Home)</vt:lpstr>
      <vt:lpstr>Home Security System (Smart Home)</vt:lpstr>
      <vt:lpstr>Smart Door Lock (Smart Home)</vt:lpstr>
      <vt:lpstr>Face Recognition Attendance (AI &amp; Vision)</vt:lpstr>
      <vt:lpstr>Object Detection Robot Arm (AI &amp; Vision)</vt:lpstr>
      <vt:lpstr>AI Sorting Machine (AI &amp; Vision)</vt:lpstr>
      <vt:lpstr>Quadcopter DIY Kit (Drones)</vt:lpstr>
      <vt:lpstr>Autonomous Drone Navigation (Drones)</vt:lpstr>
      <vt:lpstr>Agricultural Drone (Drones)</vt:lpstr>
      <vt:lpstr>Electronics Learning Board (STEM Kits)</vt:lpstr>
      <vt:lpstr>Mini Weather Station (STEM Kits)</vt:lpstr>
      <vt:lpstr>DIY Oscilloscope (STEM Kits)</vt:lpstr>
      <vt:lpstr>Smart Traffic Management (Smart City)</vt:lpstr>
      <vt:lpstr>Smart Waste Bin (Smart City)</vt:lpstr>
      <vt:lpstr>Smart Parking System (Smart City)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nijan dangal</cp:lastModifiedBy>
  <cp:revision>3</cp:revision>
  <dcterms:created xsi:type="dcterms:W3CDTF">2013-01-27T09:14:00Z</dcterms:created>
  <dcterms:modified xsi:type="dcterms:W3CDTF">2026-03-23T17:27:59Z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E43DAEB0795C4250A0D0B4BD5EBF5873_13</vt:lpwstr>
  </property>
  <property fmtid="{D5CDD505-2E9C-101B-9397-08002B2CF9AE}" pid="3" name="KSOProductBuildVer">
    <vt:lpwstr>2057-12.2.0.23197</vt:lpwstr>
  </property>
</Properties>
</file>